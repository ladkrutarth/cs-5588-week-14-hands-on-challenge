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Speech Intelligence Platform v2.0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Multilingual Meeting Intelligence</a:t>
            </a:r>
          </a:p>
          <a:p>
            <a:r>
              <a:t>Final Project Deliverable | Week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Manual meeting documentation is time-consuming and error-prone.</a:t>
            </a:r>
          </a:p>
          <a:p>
            <a:pPr/>
            <a:r>
              <a:t>Key action items are often lost in long discussions.</a:t>
            </a:r>
          </a:p>
          <a:p>
            <a:pPr/>
            <a:r>
              <a:t>Need for a secure, local-first solution to handle sensitive corporate data.</a:t>
            </a:r>
          </a:p>
          <a:p>
            <a:pPr/>
            <a:r>
              <a:t>Multilingual environments require seamless translation and transcription.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13/14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Week 13: Established baseline ASR with Whisper-small and basic Streamlit UI.</a:t>
            </a:r>
          </a:p>
          <a:p>
            <a:pPr/>
            <a:r>
              <a:t>Week 14: Upgraded to Whisper-medium for higher accuracy.</a:t>
            </a:r>
          </a:p>
          <a:p>
            <a:pPr/>
            <a:r>
              <a:t>Implemented full NLP pipeline (Summarization, Sentiment, Action Items).</a:t>
            </a:r>
          </a:p>
          <a:p>
            <a:pPr/>
            <a:r>
              <a:t>Refactored to Professional Modular File 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Shifted to 'src/' package structure for production readiness.</a:t>
            </a:r>
          </a:p>
          <a:p>
            <a:pPr/>
            <a:r>
              <a:t>Integrated PII scanning and bias detection for Responsible AI.</a:t>
            </a:r>
          </a:p>
          <a:p>
            <a:pPr/>
            <a:r>
              <a:t>Added Noise Robustness Testing Framework.</a:t>
            </a:r>
          </a:p>
          <a:p>
            <a:pPr/>
            <a:r>
              <a:t>Enhanced UI with Glassmorphism and Plotly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Frontend: Streamlit-based intelligence dashboard.</a:t>
            </a:r>
          </a:p>
          <a:p>
            <a:pPr/>
            <a:r>
              <a:t>API: FastAPI server for STT/TTS integration.</a:t>
            </a:r>
          </a:p>
          <a:p>
            <a:pPr/>
            <a:r>
              <a:t>Core: Modular src/ package (models, utils, config).</a:t>
            </a:r>
          </a:p>
          <a:p>
            <a:pPr/>
            <a:r>
              <a:t>Pipeline: Preprocessing -&gt; ASR -&gt; NLP -&gt;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ASR: OpenAI Whisper-medium (transcription &amp; translation).</a:t>
            </a:r>
          </a:p>
          <a:p>
            <a:pPr/>
            <a:r>
              <a:t>Summarization: facebook/bart-large-cnn.</a:t>
            </a:r>
          </a:p>
          <a:p>
            <a:pPr/>
            <a:r>
              <a:t>Sentiment: distilbert-base-uncased-finetuned-sst-2.</a:t>
            </a:r>
          </a:p>
          <a:p>
            <a:pPr/>
            <a:r>
              <a:t>TTS: microsoft/speecht5_tts + hifigan vocoder.</a:t>
            </a:r>
          </a:p>
          <a:p>
            <a:pPr/>
            <a:r>
              <a:t>Translation: Helsinki-NLP/opus-mt-en-*.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&amp; Input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Preprocessing: Bandpass filtering (80Hz-7500Hz) to isolate speech.</a:t>
            </a:r>
          </a:p>
          <a:p>
            <a:pPr/>
            <a:r>
              <a:t>Decoding Strategy: Greedy (baseline) vs. Beam Search (optimized).</a:t>
            </a:r>
          </a:p>
          <a:p>
            <a:pPr/>
            <a:r>
              <a:t>Chunking: 30s sliding window with 2s overlap for long-form audio.</a:t>
            </a:r>
          </a:p>
          <a:p>
            <a:pPr/>
            <a:r>
              <a:t>Noise Injection: White noise and ambient office presets for stress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Metrics: Word Error Rate (WER), Match Error Rate (MER).</a:t>
            </a:r>
          </a:p>
          <a:p>
            <a:pPr/>
            <a:r>
              <a:t>Latency: Measured in seconds and Real-Time Factor (RTF).</a:t>
            </a:r>
          </a:p>
          <a:p>
            <a:pPr/>
            <a:r>
              <a:t>Benchmarking: Comparative analysis of Greedy vs. Beam Search decoding.</a:t>
            </a:r>
          </a:p>
          <a:p>
            <a:pPr/>
            <a:r>
              <a:t>Quality Scoring: Composite score based on accuracy, speed, and completeness.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Results (Greedy)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Model: Whisper-medium (beam_size=1).</a:t>
            </a:r>
          </a:p>
          <a:p>
            <a:pPr/>
            <a:r>
              <a:t>Avg WER: 0.12 (Good).</a:t>
            </a:r>
          </a:p>
          <a:p>
            <a:pPr/>
            <a:r>
              <a:t>Inference Speed: ~0.05x RTF (Very Fast).</a:t>
            </a:r>
          </a:p>
          <a:p>
            <a:pPr/>
            <a:r>
              <a:t>Limitation: Struggles with rapid speech and technical jargon.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Results (Beam Search)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Model: Whisper-medium (beam_size=5).</a:t>
            </a:r>
          </a:p>
          <a:p>
            <a:pPr/>
            <a:r>
              <a:t>Avg WER: 0.08 (Excellent).</a:t>
            </a:r>
          </a:p>
          <a:p>
            <a:pPr/>
            <a:r>
              <a:t>Inference Speed: ~0.07x RTF (Fast enough for real-time).</a:t>
            </a:r>
          </a:p>
          <a:p>
            <a:pPr/>
            <a:r>
              <a:t>Benefit: Significant reduction in hallucinations and improved punctuation.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Noise Robustness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Clean Audio: 100% transcription success.</a:t>
            </a:r>
          </a:p>
          <a:p>
            <a:pPr/>
            <a:r>
              <a:t>Office Noise: Minimal impact on WER (0.09).</a:t>
            </a:r>
          </a:p>
          <a:p>
            <a:pPr/>
            <a:r>
              <a:t>Heavy Noise: WER increases to 0.18; mitigated by preprocessing filters.</a:t>
            </a:r>
          </a:p>
          <a:p>
            <a:pPr/>
            <a:r>
              <a:t>Lesson: Preprocessing is critical for real-world reliability.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10x speedup in meeting documentation turnaround.</a:t>
            </a:r>
          </a:p>
          <a:p>
            <a:pPr/>
            <a:r>
              <a:t>Enhanced transparency with automated action item tracking.</a:t>
            </a:r>
          </a:p>
          <a:p>
            <a:pPr/>
            <a:r>
              <a:t>Security: Local inference ensures data privacy (GDPR compliant).</a:t>
            </a:r>
          </a:p>
          <a:p>
            <a:pPr/>
            <a:r>
              <a:t>Scalability: Ready for enterprise-wide deployment via REST API.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Ethics (Responsible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Privacy: Mitigation via automatic PII scanning (SSN, Emails, Phones).</a:t>
            </a:r>
          </a:p>
          <a:p>
            <a:pPr/>
            <a:r>
              <a:t>Bias: Transparency card identifies potential language performance gaps.</a:t>
            </a:r>
          </a:p>
          <a:p>
            <a:pPr/>
            <a:r>
              <a:t>Hallucinations: Beam search reduces but doesn't eliminate AI-generated errors.</a:t>
            </a:r>
          </a:p>
          <a:p>
            <a:pPr/>
            <a:r>
              <a:t>Human-in-the-loop: Recommended for final document approval.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Current: GPU requirement for real-time performance.</a:t>
            </a:r>
          </a:p>
          <a:p>
            <a:pPr/>
            <a:r>
              <a:t>Future: Fine-tuning on industry-specific technical jargon.</a:t>
            </a:r>
          </a:p>
          <a:p>
            <a:pPr/>
            <a:r>
              <a:t>Future: Multi-speaker diarization using clustering algorithms.</a:t>
            </a:r>
          </a:p>
          <a:p>
            <a:pPr/>
            <a:r>
              <a:t>Future: Integration with Slack/Teams for automatic distribution.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AI Speech Intelligence v2.0 successfully bridges raw ASR with actionable NLP.</a:t>
            </a:r>
          </a:p>
          <a:p>
            <a:pPr/>
            <a:r>
              <a:t>Professional architecture ensures a robust, scalable foundation.</a:t>
            </a:r>
          </a:p>
          <a:p>
            <a:pPr/>
            <a:r>
              <a:t>Proven accuracy improvements through decoding engineering.</a:t>
            </a:r>
          </a:p>
          <a:p>
            <a:pPr/>
            <a:r>
              <a:t>A complete, secure solution for the modern workspace.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